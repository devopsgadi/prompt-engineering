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93592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2514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&amp; Continuity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/digital/servicing/customer-dashboard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31920" y="914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4937760" cy="36576"/>
          </a:xfrm>
          <a:prstGeom prst="rect">
            <a:avLst/>
          </a:prstGeom>
          <a:solidFill>
            <a:srgbClr val="007A94"/>
          </a:solidFill>
          <a:ln w="12700">
            <a:solidFill>
              <a:srgbClr val="007A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1600200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96512" y="1618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96512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stay online even when primary systems fail — no error pages, no lost sessions.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0" y="2404872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2423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manual intervention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96512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is automatic. No on-call engineer needs to flip a switch at 2 AM.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209544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96512" y="32278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Dual-environment resilience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96512" y="35021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routes between Azure Cloud and On-Premises data centre, whichever is healthy.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4014216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96512" y="4032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confidence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96512" y="43068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operational resilience to auditors and risk committees.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492861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FOR APPROVAL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24912" cy="3840480"/>
          </a:xfrm>
          <a:prstGeom prst="rect">
            <a:avLst/>
          </a:prstGeom>
          <a:solidFill>
            <a:srgbClr val="F4F8F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05840"/>
            <a:ext cx="2724912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9728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3192" y="1719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89888" y="2258568"/>
            <a:ext cx="4572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35915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if the Azure cloud environment becomes unavailable, the Customer Dashboard goes down entirely — affecting all active digital banking sessions.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63824" y="1005840"/>
            <a:ext cx="2724912" cy="3840480"/>
          </a:xfrm>
          <a:prstGeom prst="rect">
            <a:avLst/>
          </a:prstGeom>
          <a:solidFill>
            <a:srgbClr val="F4F8F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005840"/>
            <a:ext cx="272491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09728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00984" y="1719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 = Slow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2258568"/>
            <a:ext cx="457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35915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engineering teams must detect the outage, diagnose, and manually redirect traffic. This can take 15–45 minutes of visible downtime.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005840"/>
            <a:ext cx="2724912" cy="3840480"/>
          </a:xfrm>
          <a:prstGeom prst="rect">
            <a:avLst/>
          </a:prstGeom>
          <a:solidFill>
            <a:srgbClr val="F4F8F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005840"/>
            <a:ext cx="2724912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097280"/>
            <a:ext cx="2724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08776" y="1719072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Reputational Risk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05472" y="2258568"/>
            <a:ext cx="4572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2359152"/>
            <a:ext cx="2450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brief outages during peak hours can trigger customer complaints, regulatory scrutiny, and loss of trust in the digital channel.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What Triggers Failover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804672"/>
            <a:ext cx="1353312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804672"/>
            <a:ext cx="13533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6868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135331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804672"/>
            <a:ext cx="1353312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9BD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804672"/>
            <a:ext cx="1353312" cy="54864"/>
          </a:xfrm>
          <a:prstGeom prst="rect">
            <a:avLst/>
          </a:prstGeom>
          <a:solidFill>
            <a:srgbClr val="009BDE"/>
          </a:solidFill>
          <a:ln w="12700">
            <a:solidFill>
              <a:srgbClr val="009B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86868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Akamai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35331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9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CDN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75888" y="804672"/>
            <a:ext cx="1353312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75888" y="804672"/>
            <a:ext cx="135331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86868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T2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75888" y="135331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31536" y="804672"/>
            <a:ext cx="1353312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31536" y="804672"/>
            <a:ext cx="1353312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86868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31536" y="135331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517904" y="1243584"/>
            <a:ext cx="32918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1124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17904" y="10058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73552" y="1243584"/>
            <a:ext cx="32918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1124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73552" y="10058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956048" y="1243584"/>
            <a:ext cx="329184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11247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56048" y="100584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315968" y="1645920"/>
            <a:ext cx="0" cy="402336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224528" y="19293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25696" y="17922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75888" y="2048256"/>
            <a:ext cx="1353312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75888" y="2048256"/>
            <a:ext cx="1353312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211226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75888" y="259689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DC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0" y="1133856"/>
            <a:ext cx="1901952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821424" y="10241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▶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21808" y="9326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failover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967728" y="804672"/>
            <a:ext cx="2011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67728" y="804672"/>
            <a:ext cx="201168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8046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ALERT TRIGGERED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59168" y="1188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Support Team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70648" y="1463040"/>
            <a:ext cx="1005840" cy="2743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153619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notification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77456" y="1828800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Slack / Teams alert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77456" y="212140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📟 PagerDuty page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67728" y="25786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🔁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278624" y="25968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switch-over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967728" y="29260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👁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278624" y="2944368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67728" y="32735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78624" y="3291840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67728" y="362102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278624" y="363931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exposed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2706624"/>
            <a:ext cx="6547104" cy="36576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2761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E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TRIGGERS FAILOVER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57600" y="2761488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human action required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" y="2999232"/>
            <a:ext cx="15361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329184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Failure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49808" y="3438144"/>
            <a:ext cx="548640" cy="2743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" y="3493008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endpoint unreachable — network or cloud region outage.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920240" y="2999232"/>
            <a:ext cx="15361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1993392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Timeout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414016" y="3438144"/>
            <a:ext cx="548640" cy="2743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93392" y="3493008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exceeds 5–10s response threshold.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584448" y="2999232"/>
            <a:ext cx="15361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3657600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Error (5xx)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078224" y="3438144"/>
            <a:ext cx="548640" cy="2743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0" y="3493008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returns 500/502/503 — app crash or deployment.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248656" y="2999232"/>
            <a:ext cx="15361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321808" y="307238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 Fail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742432" y="3438144"/>
            <a:ext cx="548640" cy="27432"/>
          </a:xfrm>
          <a:prstGeom prst="rect">
            <a:avLst/>
          </a:prstGeom>
          <a:solidFill>
            <a:srgbClr val="D0DDE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21808" y="3493008"/>
            <a:ext cx="138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returns unhealthy — pre-emptive detection.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56032" y="4919472"/>
            <a:ext cx="6547104" cy="128016"/>
          </a:xfrm>
          <a:prstGeom prst="rect">
            <a:avLst/>
          </a:prstGeom>
          <a:solidFill>
            <a:srgbClr val="E8F5E9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4048" y="4928616"/>
            <a:ext cx="6400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Once Azure recovers, traffic automatically restores — no manual steps required.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During Failover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517904"/>
            <a:ext cx="0" cy="640080"/>
          </a:xfrm>
          <a:prstGeom prst="line">
            <a:avLst/>
          </a:prstGeom>
          <a:noFill/>
          <a:ln w="19050">
            <a:solidFill>
              <a:srgbClr val="D0DD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40080" y="1188720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becomes unavailable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5179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detects failed health check or connection 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2414016"/>
            <a:ext cx="0" cy="640080"/>
          </a:xfrm>
          <a:prstGeom prst="line">
            <a:avLst/>
          </a:prstGeom>
          <a:noFill/>
          <a:ln w="19050">
            <a:solidFill>
              <a:srgbClr val="D0DD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40080" y="2084832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84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T+5s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0848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decision made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24140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automatically stops routing traffic to Azure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310128"/>
            <a:ext cx="0" cy="640080"/>
          </a:xfrm>
          <a:prstGeom prst="line">
            <a:avLst/>
          </a:prstGeom>
          <a:noFill/>
          <a:ln w="19050">
            <a:solidFill>
              <a:srgbClr val="D0DDE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40080" y="2980944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809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T+6s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29809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shifts to On-Premises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00200" y="33101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 requests routed to internal data centre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77056"/>
            <a:ext cx="822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770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T+10s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387705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fully restored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42062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experience no interruption — sessions remain active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Customer impact: Near-zero. Active sessions are preserved. No login required. No error page displayed.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Approval For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Change Approval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the NGINX T2 failover configuration to be deployed to the production environment for /digital/servicing/customer-dashboard.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11680"/>
            <a:ext cx="594360" cy="8412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1168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103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 Delegation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DNS ownership split — downstream (digitalbanking.us.bank-dns.com) managed by Akamai, upstream (digitalbanking.azr.bank-dns.com) managed by NGINX T2.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594360" cy="8412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7180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Connectivity Sign-off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1071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On-Premises data centre connectivity and capacity are validated as a live fallback destination, not a cold standby.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841248"/>
          </a:xfrm>
          <a:prstGeom prst="rect">
            <a:avLst/>
          </a:prstGeom>
          <a:solidFill>
            <a:srgbClr val="F4F8F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931920"/>
            <a:ext cx="594360" cy="8412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3192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Test Scheduling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3708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scheduled failover drill (off-peak window) to validate end-to-end automatic switching before go-live.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2026-05-29T20:02:52Z</dcterms:created>
  <dcterms:modified xsi:type="dcterms:W3CDTF">2026-05-29T20:02:52Z</dcterms:modified>
</cp:coreProperties>
</file>